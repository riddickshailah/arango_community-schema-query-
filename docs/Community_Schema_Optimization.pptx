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Community Schema Index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Composite persistent index (partition_id, level) + storedValues: occurrence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Importer solution B (= A2) · Pilot + retriever validation · Jul 2026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PRs: graphrag_importer #228 (focused) · #227 (strategy suite)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Problem: hot Community Schema AQL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FILTER partition_id IN … AND level &lt;= … RETURN {_key, level, occurrence}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Before: partition_id_index only → level filter late; fat docs for occurrence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Latency symptom in retriever; durable fix is importer index creation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Solution: partition_id_level_index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fields: [partition_id, level]  ·  storedValues: [occurrence]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name: partition_id_level_index  ·  inBackground: true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Communities only; drop redundant partition_id_index on Communities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Other collections keep single-field partition_id_index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Strategy rubric (A–F)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188720"/>
          <a:ext cx="9144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4572000"/>
              </a:tblGrid>
              <a:tr h="528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Score / 7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Fail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Fail (redundant)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PASS / ship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PASS (= A2)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Fail (no storedValues)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PASS companion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Semi-live ArangoDB 3.12.4 — real AQL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645920" y="1463040"/>
          <a:ext cx="8686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2171700"/>
                <a:gridCol w="2171700"/>
                <a:gridCol w="217170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Scale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Baseline median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Solution B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50k docs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18.63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13.86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1.34×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150k docs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55.40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36.92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1.50×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EXPLAIN selected partition_id_level_index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storedValues [occurrence] confirmed · result counts matched baseline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Synthetic scale model — latency vs size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188720"/>
          <a:ext cx="98755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  <a:gridCol w="2468880"/>
                <a:gridCol w="2468880"/>
              </a:tblGrid>
              <a:tr h="627017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Docs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baseline ms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C ms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A2/B/D ms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0.280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0.410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3.120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2.210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1.150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5.840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4.050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2.050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10.264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7.100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3.893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Pilot AQL proof — test_deep_search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Host: 802zarto.rnd.pilot.arango.ai · DB: _system · partition default_1_a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Rows (level ≤ 2): 525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Profile wall: ~3.384 ms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EXPLAIN: partition_id_level_index with storedValues occurrence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Note: NV_Bugs Communities had null partition_id — wrong graph for this FILTER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Pilot retriever E2E questions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WALL_TIME_SEC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Shell real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Main themes / communities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24.135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~26.0 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ArangoSearch views / analyzers / indexes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5.852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~7.7 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404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Global: occurrence path (vector skipped) · 512 communities · LLM map/reduce dominant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Local: 10 entities · embedding + AQL/context ~4 s · full answer ~5.9 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Do not equate E2E seconds with AQL index gain — report layers separately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Latency layers (same Pilot graph)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463040"/>
          <a:ext cx="10241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3413760"/>
                <a:gridCol w="341376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D5A2E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B8D96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Community Schema AQL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Index + covering projection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~3.4 ms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Local retrieval+LLM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Embedding + AQL context +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5.9 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Global retrieval+LLM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512 communities + map/reduce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01F"/>
                          </a:solidFill>
                          <a:latin typeface="Calibri"/>
                        </a:rPr>
                        <a:t>24.1 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Ticket success criterion for the index is the AQL / EXPLAIN layer.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4301F"/>
                </a:solidFill>
                <a:latin typeface="Calibri"/>
              </a:rPr>
              <a:t>E2E timings demonstrate product path still works on the indexed graph.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B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D5A2E"/>
                </a:solidFill>
                <a:latin typeface="Calibri"/>
              </a:rP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Ship / merge importer #228 — index proven on Pilot EXPLAIN + profile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Semi-live 1.34×–1.50× · Pilot AQL ~3.4 ms · Retriever Q1/Q2 completed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Next: US DEV deploy + confirm Communities index + optional re-time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4301F"/>
                </a:solidFill>
                <a:latin typeface="Calibri"/>
              </a:rPr>
              <a:t>Artifacts: docs/08-pilot-retriever-findings.md · interactive slideshow · this deck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