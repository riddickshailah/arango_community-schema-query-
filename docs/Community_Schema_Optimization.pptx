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645920"/>
            <a:ext cx="12070080" cy="3108960"/>
          </a:xfrm>
          <a:prstGeom prst="rect">
            <a:avLst/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B6"/>
                </a:solidFill>
                <a:latin typeface="Calibri"/>
              </a:rPr>
              <a:t>GRAPHRAG IMPORTER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EF2"/>
                </a:solidFill>
                <a:latin typeface="Calibri"/>
              </a:rPr>
              <a:t>Community Schema Query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A8B5"/>
                </a:solidFill>
                <a:latin typeface="Calibri"/>
              </a:rPr>
              <a:t>Composite persistent index (partition_id, level) + storedValues occurrence
Decision: Solution B (= A2)  ·  Semi-live validated on ArangoDB 3.12.4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B5"/>
                </a:solidFill>
                <a:latin typeface="Calibri"/>
              </a:rPr>
              <a:t>2026-07-14  ·  Full report + evidence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Community Schema Index Optimization  ·  graphrag_importer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2"/>
                </a:solidFill>
                <a:latin typeface="Calibri"/>
              </a:rPr>
              <a:t>Agenda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097280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1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972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EEF2"/>
                </a:solidFill>
                <a:latin typeface="Calibri"/>
              </a:rPr>
              <a:t>Problem &amp; ticket goal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1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37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EEF2"/>
                </a:solidFill>
                <a:latin typeface="Calibri"/>
              </a:rPr>
              <a:t>Why the query was slow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377440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1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77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EEF2"/>
                </a:solidFill>
                <a:latin typeface="Calibri"/>
              </a:rPr>
              <a:t>Solutions brainstormed (A–F)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017519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1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1751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EEF2"/>
                </a:solidFill>
                <a:latin typeface="Calibri"/>
              </a:rPr>
              <a:t>Decision: why B / A2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1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57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EEF2"/>
                </a:solidFill>
                <a:latin typeface="Calibri"/>
              </a:rPr>
              <a:t>What we implemented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297680"/>
            <a:ext cx="411480" cy="411480"/>
          </a:xfrm>
          <a:prstGeom prst="ellipse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1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97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EEF2"/>
                </a:solidFill>
                <a:latin typeface="Calibri"/>
              </a:rPr>
              <a:t>Evidence: rubric, scale, semi-live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937759"/>
            <a:ext cx="411480" cy="411480"/>
          </a:xfrm>
          <a:prstGeom prst="ellipse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1F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5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EEF2"/>
                </a:solidFill>
                <a:latin typeface="Calibri"/>
              </a:rPr>
              <a:t>How to reproduce &amp; follow-ups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Community Schema Index Optimization  ·  graphrag_importer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2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A8B5"/>
                </a:solidFill>
                <a:latin typeface="Calibri"/>
              </a:rPr>
              <a:t>Community Schema AQL is a hot path in retriever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6766560" cy="420624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B6"/>
                </a:solidFill>
                <a:latin typeface="Calibri"/>
              </a:rPr>
              <a:t>Current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6217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2"/>
                </a:solidFill>
                <a:latin typeface="Calibri"/>
              </a:rPr>
              <a:t>FOR c IN @@communities_collection
  FILTER c.partition_id IN @partition_ids
  FILTER c.level &lt;= @level
  RETURN { _key, level, occurrence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463040"/>
            <a:ext cx="4023360" cy="420624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05A"/>
                </a:solidFill>
                <a:latin typeface="Calibri"/>
              </a:rPr>
              <a:t>Before (importer)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1945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partition_id_index only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No level in index key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No storedValues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Fat docs still loaded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Latency owned by retriever; indexes owned by importer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Community Schema Index Optimization  ·  graphrag_importer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2"/>
                </a:solidFill>
                <a:latin typeface="Calibri"/>
              </a:rPr>
              <a:t>Why it was expensive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1. Partition-only probe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Index finds partition hits, then level is filtered in the residual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2. Fat Community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report_string, report_json, embeddings dwarf the three returned fields.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3. Missing covering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Without storedValues, occurrence tends to force document fetches.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47472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4. Wrong repo to “fix latency”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976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Must change graphrag_importer index creation so every new graph ships fixed.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Community Schema Index Optimization  ·  graphrag_importer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2"/>
                </a:solidFill>
                <a:latin typeface="Calibri"/>
              </a:rPr>
              <a:t>Ticket proposed index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1064240" cy="438912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EF2"/>
                </a:solidFill>
                <a:latin typeface="Calibri"/>
              </a:rPr>
              <a:t>ensureIndex({
  type: "persistent",
  fields: ["partition_id", "level"],
  storedValues: ["occurrence"],
  name: "partition_id_level_index",
  inBackground: true
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Community Schema Index Optimization  ·  graphrag_importer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EF2"/>
                </a:solidFill>
                <a:latin typeface="Calibri"/>
              </a:rPr>
              <a:t>Solutions brainstormed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Calibri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0058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Calibri"/>
              </a:rPr>
              <a:t>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005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Calibri"/>
              </a:rPr>
              <a:t>Rubric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1064240" cy="438912"/>
          </a:xfrm>
          <a:prstGeom prst="rect">
            <a:avLst/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447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2"/>
                </a:solidFill>
                <a:latin typeface="Calibri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4447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B5"/>
                </a:solidFill>
                <a:latin typeface="Calibri"/>
              </a:rPr>
              <a:t>partition_id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444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6C75"/>
                </a:solidFill>
                <a:latin typeface="Calibri"/>
              </a:rPr>
              <a:t>FAIL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20"/>
            <a:ext cx="11064240" cy="438912"/>
          </a:xfrm>
          <a:prstGeom prst="rect">
            <a:avLst/>
          </a:prstGeom>
          <a:solidFill>
            <a:srgbClr val="12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9476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2"/>
                </a:solidFill>
                <a:latin typeface="Calibri"/>
              </a:rPr>
              <a:t>A1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19476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B5"/>
                </a:solidFill>
                <a:latin typeface="Calibri"/>
              </a:rPr>
              <a:t>composite + keep 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9476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A05A"/>
                </a:solidFill>
                <a:latin typeface="Calibri"/>
              </a:rPr>
              <a:t>6/7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77440"/>
            <a:ext cx="11064240" cy="438912"/>
          </a:xfrm>
          <a:prstGeom prst="rect">
            <a:avLst/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50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2"/>
                </a:solidFill>
                <a:latin typeface="Calibri"/>
              </a:rPr>
              <a:t>A2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4505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B5"/>
                </a:solidFill>
                <a:latin typeface="Calibri"/>
              </a:rPr>
              <a:t>composite + drop 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4505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D08A"/>
                </a:solidFill>
                <a:latin typeface="Calibri"/>
              </a:rPr>
              <a:t>7/7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80360"/>
            <a:ext cx="11064240" cy="438912"/>
          </a:xfrm>
          <a:prstGeom prst="rect">
            <a:avLst/>
          </a:prstGeom>
          <a:solidFill>
            <a:srgbClr val="12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9535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2"/>
                </a:solidFill>
                <a:latin typeface="Calibri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95351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B5"/>
                </a:solidFill>
                <a:latin typeface="Calibri"/>
              </a:rPr>
              <a:t>data-driven A2 (ship)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9535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D08A"/>
                </a:solidFill>
                <a:latin typeface="Calibri"/>
              </a:rPr>
              <a:t>7/7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83280"/>
            <a:ext cx="11064240" cy="438912"/>
          </a:xfrm>
          <a:prstGeom prst="rect">
            <a:avLst/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564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2"/>
                </a:solidFill>
                <a:latin typeface="Calibr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456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B5"/>
                </a:solidFill>
                <a:latin typeface="Calibri"/>
              </a:rPr>
              <a:t>composite, no storedValues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4564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A05A"/>
                </a:solidFill>
                <a:latin typeface="Calibri"/>
              </a:rPr>
              <a:t>6/7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86200"/>
            <a:ext cx="11064240" cy="438912"/>
          </a:xfrm>
          <a:prstGeom prst="rect">
            <a:avLst/>
          </a:prstGeom>
          <a:solidFill>
            <a:srgbClr val="12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9593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2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9593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B5"/>
                </a:solidFill>
                <a:latin typeface="Calibri"/>
              </a:rPr>
              <a:t>A2 + migration helper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9593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D08A"/>
                </a:solidFill>
                <a:latin typeface="Calibri"/>
              </a:rPr>
              <a:t>7/7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89120"/>
            <a:ext cx="11064240" cy="438912"/>
          </a:xfrm>
          <a:prstGeom prst="rect">
            <a:avLst/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4622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2"/>
                </a:solidFill>
                <a:latin typeface="Calibri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4622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B5"/>
                </a:solidFill>
                <a:latin typeface="Calibri"/>
              </a:rPr>
              <a:t>retriever-side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4622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6C75"/>
                </a:solidFill>
                <a:latin typeface="Calibri"/>
              </a:rPr>
              <a:t>out of scope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892040"/>
            <a:ext cx="11064240" cy="438912"/>
          </a:xfrm>
          <a:prstGeom prst="rect">
            <a:avLst/>
          </a:prstGeom>
          <a:solidFill>
            <a:srgbClr val="12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9651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2"/>
                </a:solidFill>
                <a:latin typeface="Calibri"/>
              </a:rPr>
              <a:t>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9651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B5"/>
                </a:solidFill>
                <a:latin typeface="Calibri"/>
              </a:rPr>
              <a:t>all collections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965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6C75"/>
                </a:solidFill>
                <a:latin typeface="Calibri"/>
              </a:rPr>
              <a:t>wrong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Community Schema Index Optimization  ·  graphrag_importer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2"/>
                </a:solidFill>
                <a:latin typeface="Calibri"/>
              </a:rPr>
              <a:t>Decision: ship B (= A2)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EF2"/>
                </a:solidFill>
                <a:latin typeface="Calibri"/>
              </a:rPr>
              <a:t>Communities → partition_id_level_index on [partition_id, level]
with storedValues [occurrence]; drop redundant partition_id_index there.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Matches ticket ensureIndex exactly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6888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788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storedValues required for RETURN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46888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788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Field order matches FILTER shape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148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348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No redundant Communities index (vs A1)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1148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44348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Scoped to Communities only (vs F)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1148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44348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B keeps a maintainable specs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Community Schema Index Optimization  ·  graphrag_importer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2"/>
                </a:solidFill>
                <a:latin typeface="Calibri"/>
              </a:rPr>
              <a:t>What we implemented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partition_index_strategies.py — plans A–F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PRODUCTION_STRATEGY = B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_ensure_partition_indexes() on init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create_persistent_index(+ stored_values)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Ordered field matching for composites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Tooling &amp;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migrate_communities_partition_level_index.py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In-memory scale bench + CSV/MD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Semi-live ArangoDB harness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Decision + full report docs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User guide Communities index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Community Schema Index Optimization  ·  graphrag_importer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EF2"/>
                </a:solidFill>
                <a:latin typeface="Calibri"/>
              </a:rPr>
              <a:t>Evidence — strategy rubric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8B5"/>
                </a:solidFill>
                <a:latin typeface="Calibri"/>
              </a:rPr>
              <a:t>7 acceptance checks aligned to the ticket. Winners: A2, B, 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325880" cy="201168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AA8B5"/>
                </a:solidFill>
                <a:latin typeface="Calibri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06C75"/>
                </a:solidFill>
                <a:latin typeface="Calibri"/>
              </a:rPr>
              <a:t>3/7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463040"/>
            <a:ext cx="1325880" cy="201168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6916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AA8B5"/>
                </a:solidFill>
                <a:latin typeface="Calibri"/>
              </a:rPr>
              <a:t>A1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2860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A05A"/>
                </a:solidFill>
                <a:latin typeface="Calibri"/>
              </a:rPr>
              <a:t>6/7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63040"/>
            <a:ext cx="1325880" cy="201168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6916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AA8B5"/>
                </a:solidFill>
                <a:latin typeface="Calibri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2860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FD08A"/>
                </a:solidFill>
                <a:latin typeface="Calibri"/>
              </a:rPr>
              <a:t>7/7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463040"/>
            <a:ext cx="1325880" cy="201168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6916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AA8B5"/>
                </a:solidFill>
                <a:latin typeface="Calibr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2860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FD08A"/>
                </a:solidFill>
                <a:latin typeface="Calibri"/>
              </a:rPr>
              <a:t>7/7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463040"/>
            <a:ext cx="1325880" cy="201168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6916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AA8B5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2860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A05A"/>
                </a:solidFill>
                <a:latin typeface="Calibri"/>
              </a:rPr>
              <a:t>6/7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463040"/>
            <a:ext cx="1325880" cy="201168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16916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AA8B5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2860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FD08A"/>
                </a:solidFill>
                <a:latin typeface="Calibri"/>
              </a:rPr>
              <a:t>7/7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1463040"/>
            <a:ext cx="1325880" cy="201168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6916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AA8B5"/>
                </a:solidFill>
                <a:latin typeface="Calibri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2860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06C75"/>
                </a:solidFill>
                <a:latin typeface="Calibri"/>
              </a:rPr>
              <a:t>1/7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24160" y="1463040"/>
            <a:ext cx="1325880" cy="201168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16916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AA8B5"/>
                </a:solidFill>
                <a:latin typeface="Calibri"/>
              </a:rPr>
              <a:t>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2860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06C75"/>
                </a:solidFill>
                <a:latin typeface="Calibri"/>
              </a:rPr>
              <a:t>5/7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840480"/>
            <a:ext cx="11064240" cy="201168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1148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EF2"/>
                </a:solidFill>
                <a:latin typeface="Calibri"/>
              </a:rPr>
              <a:t>•  Unit tests: 17/17 strategy cases passed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EF2"/>
                </a:solidFill>
                <a:latin typeface="Calibri"/>
              </a:rPr>
              <a:t>•  Checks include composite fields, storedValues, naming, no redundancy, no pollution of other collections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EF2"/>
                </a:solidFill>
                <a:latin typeface="Calibri"/>
              </a:rPr>
              <a:t>•  B selected as production strategy constant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Community Schema Index Optimization  ·  graphrag_importer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2"/>
                </a:solidFill>
                <a:latin typeface="Calibri"/>
              </a:rPr>
              <a:t>Evidence — scalable model (to 250k)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8B5"/>
                </a:solidFill>
                <a:latin typeface="Calibri"/>
              </a:rPr>
              <a:t>Median ms at 250,000 communities (in-memory access model)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280160"/>
            <a:ext cx="2194560" cy="2926080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EEF2"/>
                </a:solidFill>
                <a:latin typeface="Calibri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914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EEF2"/>
                </a:solidFill>
                <a:latin typeface="Calibri"/>
              </a:rPr>
              <a:t>10.26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182158"/>
            <a:ext cx="2194560" cy="2024081"/>
          </a:xfrm>
          <a:prstGeom prst="rect">
            <a:avLst/>
          </a:prstGeom>
          <a:solidFill>
            <a:srgbClr val="F0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EEF2"/>
                </a:solidFill>
                <a:latin typeface="Calibri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1639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EEF2"/>
                </a:solidFill>
                <a:latin typeface="Calibri"/>
              </a:rPr>
              <a:t>7.10 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096416"/>
            <a:ext cx="2194560" cy="1109823"/>
          </a:xfrm>
          <a:prstGeom prst="rect">
            <a:avLst/>
          </a:prstGeom>
          <a:solidFill>
            <a:srgbClr val="5FD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EEF2"/>
                </a:solidFill>
                <a:latin typeface="Calibri"/>
              </a:rPr>
              <a:t>A2/B/D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73065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EEF2"/>
                </a:solidFill>
                <a:latin typeface="Calibri"/>
              </a:rPr>
              <a:t>3.89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8B5"/>
                </a:solidFill>
                <a:latin typeface="Calibri"/>
              </a:rPr>
              <a:t>At 250k: covering path does 0 full doc fetches vs 37,295 (baseline) — approx bytes ~0.78% of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Community Schema Index Optimization  ·  graphrag_importer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2"/>
                </a:solidFill>
                <a:latin typeface="Calibri"/>
              </a:rPr>
              <a:t>Evidence — semi-live ArangoDB 3.12.4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8B5"/>
                </a:solidFill>
                <a:latin typeface="Calibri"/>
              </a:rPr>
              <a:t>Real AQL + EXPLAIN. Only indexes change between phases. Result counts identical.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532120" cy="402336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50k 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EEF2"/>
                </a:solidFill>
                <a:latin typeface="Calibri"/>
              </a:rPr>
              <a:t>18.63 → 13.86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FD08A"/>
                </a:solidFill>
                <a:latin typeface="Calibri"/>
              </a:rPr>
              <a:t>1.34× 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233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8B5"/>
                </a:solidFill>
                <a:latin typeface="Calibri"/>
              </a:rPr>
              <a:t>EXPLAIN: partition_id_level_index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63040"/>
            <a:ext cx="5532120" cy="402336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150k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EEF2"/>
                </a:solidFill>
                <a:latin typeface="Calibri"/>
              </a:rPr>
              <a:t>55.40 → 36.92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08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FD08A"/>
                </a:solidFill>
                <a:latin typeface="Calibri"/>
              </a:rPr>
              <a:t>1.50× faster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233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8B5"/>
                </a:solidFill>
                <a:latin typeface="Calibri"/>
              </a:rPr>
              <a:t>storedValues: [occurrence] 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Community Schema Index Optimization  ·  graphrag_importer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EF2"/>
                </a:solidFill>
                <a:latin typeface="Calibri"/>
              </a:rPr>
              <a:t>Reproduce &amp; follow-ups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Reproduce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pytest strategy + scale suites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scripts/run_community_schema_scale_bench.py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scripts/semi_live_community_schema_bench.py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scripts/migrate_communities_partition_level_index.py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97280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Follow-ups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Integration assert after full import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Migrate existing prod/staging DBs (D)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Retriever p50/p95 on real workloads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EF2"/>
                </a:solidFill>
                <a:latin typeface="Calibri"/>
              </a:rPr>
              <a:t>•  Optional write-amplification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Community Schema Index Optimization  ·  graphrag_importer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1A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737360"/>
            <a:ext cx="12070080" cy="2926080"/>
          </a:xfrm>
          <a:prstGeom prst="rect">
            <a:avLst/>
          </a:prstGeom>
          <a:solidFill>
            <a:srgbClr val="16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Bottom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EEF2"/>
                </a:solidFill>
                <a:latin typeface="Calibri"/>
              </a:rPr>
              <a:t>Ship solution B (= A2).
Importer creates partition_id_level_index with storedValues occurrence.
Semi-live ArangoDB confirms EXPLAIN + 1.3–1.5× faster Community Schema queries.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B5"/>
                </a:solidFill>
                <a:latin typeface="Calibri"/>
              </a:rPr>
              <a:t>Full report: docs/community_schema_optimization_full_report.md
PR: github.com/arangoml/graphrag_importer/pull/227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Community Schema Index Optimization  ·  graphrag_importer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